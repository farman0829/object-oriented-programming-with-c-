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8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9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287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C0631-5DF3-48DC-B7DE-A5B20D2EDDEF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40456-8220-4247-ADBC-F42DB6014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58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PATIENT MANAGEMENT </a:t>
            </a:r>
          </a:p>
          <a:p>
            <a:r>
              <a:rPr lang="en-US" dirty="0"/>
              <a:t>BED MANAGEMENT </a:t>
            </a:r>
          </a:p>
          <a:p>
            <a:r>
              <a:rPr lang="en-US" dirty="0"/>
              <a:t>RESOURCE ALLOCATION</a:t>
            </a:r>
          </a:p>
          <a:p>
            <a:r>
              <a:rPr lang="en-US" dirty="0"/>
              <a:t>PATIENT RECORDS</a:t>
            </a:r>
          </a:p>
          <a:p>
            <a:r>
              <a:rPr lang="en-US" dirty="0"/>
              <a:t>ADMIN &amp; REPORTS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40456-8220-4247-ADBC-F42DB60142F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9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?utm_source=chatgpt.com" TargetMode="External"/><Relationship Id="rId2" Type="http://schemas.openxmlformats.org/officeDocument/2006/relationships/hyperlink" Target="https://www.who.int/health-topics/digital-health?utm_source=chatgpt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www.geeksforgeeks.org/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1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526827"/>
            <a:ext cx="11601450" cy="1462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>
                <a:solidFill>
                  <a:srgbClr val="0F172A"/>
                </a:solidFill>
                <a:latin typeface="Poppins"/>
              </a:rPr>
              <a:t>Hospital Resource &amp; Patient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180308"/>
            <a:ext cx="110490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0369A1"/>
                </a:solidFill>
                <a:latin typeface="Lato"/>
              </a:rPr>
              <a:t>with Emergency Bed Allocation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80DD2D-FF3B-6191-03A0-AFFAC7CDA1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2251" b="-2251"/>
          <a:stretch>
            <a:fillRect/>
          </a:stretch>
        </p:blipFill>
        <p:spPr>
          <a:xfrm>
            <a:off x="-18480" y="124313"/>
            <a:ext cx="3329797" cy="8577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F58516-04F0-DFBB-65F3-DEB5E5A2C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1D3D707C-959D-0F5F-E757-F2D82D02D6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434768"/>
              </p:ext>
            </p:extLst>
          </p:nvPr>
        </p:nvGraphicFramePr>
        <p:xfrm>
          <a:off x="2705121" y="3721164"/>
          <a:ext cx="6781758" cy="2167676"/>
        </p:xfrm>
        <a:graphic>
          <a:graphicData uri="http://schemas.openxmlformats.org/drawingml/2006/table">
            <a:tbl>
              <a:tblPr/>
              <a:tblGrid>
                <a:gridCol w="3390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Register Number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Mohammed Farmanullah 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1972260040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B. Balasuriya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1911260010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Bala Ashwin 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1921260102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4">
            <a:extLst>
              <a:ext uri="{FF2B5EF4-FFF2-40B4-BE49-F238E27FC236}">
                <a16:creationId xmlns:a16="http://schemas.microsoft.com/office/drawing/2014/main" id="{395170FB-39B5-33AF-9F85-3BEA6732C4D8}"/>
              </a:ext>
            </a:extLst>
          </p:cNvPr>
          <p:cNvSpPr/>
          <p:nvPr/>
        </p:nvSpPr>
        <p:spPr>
          <a:xfrm>
            <a:off x="4082959" y="6090309"/>
            <a:ext cx="6892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in C++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Faculty: Dr. Parimala Kanaga Devan .K · Slot: D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95500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0955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095500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Hospital resource management is absolutely essential for delivering efficient and timely patient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8479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84797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Unexpected bed shortages can cause severe delays, particularly during critical emergencies.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6004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00450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Manual tracking methods may frequently result in resource mismatch and significantly longer waiting times.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3529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352925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The proposed system provides an automated, real-time bed and patient management solution built in C++.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95500"/>
            <a:ext cx="5286375" cy="3619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Introduction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1E9BF7-9EB9-A116-23A9-6B85678068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954F3B-080C-5AEE-BEE3-CF65C7AF1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730"/>
            <a:ext cx="12192000" cy="63485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5D0410-A816-BABA-3A49-66685C91E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8564" y="0"/>
            <a:ext cx="2579149" cy="69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97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8362"/>
            <a:ext cx="3429000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38362"/>
            <a:ext cx="3429000" cy="3533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38362"/>
            <a:ext cx="3429000" cy="3533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0821" y="3167062"/>
            <a:ext cx="285035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Manual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099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Manual tracking of bed availability creates bottlenecks. It leads to difficulty in maintaining accurate and updated patient records across wards.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5833" y="3167062"/>
            <a:ext cx="26603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EF4444"/>
                </a:solidFill>
                <a:latin typeface="Poppins SemiBold"/>
              </a:rPr>
              <a:t>Emergency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70998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Dangerous delays in emergency bed allocation occur frequently due to poor coordination between varying hospital departments.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70895" y="3167062"/>
            <a:ext cx="16702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Inefficiency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7099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Consistent resource mismatch causes inefficient utilization of hospital facilities and significantly increases overall patient waiting times.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4550" y="2481262"/>
            <a:ext cx="3429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481262"/>
            <a:ext cx="5715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4550" y="2481262"/>
            <a:ext cx="3429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Problem Statement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3DA459-1EBA-613B-5F7A-EDDF3D06F07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2547937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Automate Tracking: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Provide real-time bed availability tracking to eliminate guesswork and manual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090862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Emergency Allocation: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Instantly allocate emergency beds based on assessed patient priority and severity.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633787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Secure Records: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Maintain robust and secure patient records using structured digital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176712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Reduce Waiting: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Minimize patient waiting time and significantly reduce resource misallocation.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719637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Live Updates: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Provide administrative and medical staff with real-time resource status updates continuously.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562225"/>
            <a:ext cx="304800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105150"/>
            <a:ext cx="266700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648075"/>
            <a:ext cx="266700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00" y="4191000"/>
            <a:ext cx="266700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4733925"/>
            <a:ext cx="266700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Project Objectives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C37ED4-D778-311C-A9E3-2F8DA69531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Existing System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899" y="1326574"/>
            <a:ext cx="4417743" cy="517199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71500" y="1524000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Manual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The current system relies heavily on manual bed monitoring and static resource information. This disjointed approach directly leads to delayed emergency allocation and a higher possibility of critical human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14725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Manual patient registration drastically restricts tracking capabilities and lowers efficiency.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73F85-C9B7-C539-9E01-644255E40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24062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0240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02406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 comprehensive, C++-based Hospital Resource and Patient Management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7765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776537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Real-Time Tracking: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Instant bed availability updates across all hospital wings.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52901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2901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Smart Triage: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Priority-based emergency bed allocation logic ensures the most critical patients are served first.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28148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81487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Digital Workflows: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Automated patient registration paired with highly secure record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50339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503396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OOP Efficiency: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Optimized resource allocation utilizing advanced C++ data structures.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Proposed System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B155C3B-3F87-86A6-A0BE-C379EC9BF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14550"/>
            <a:ext cx="5286375" cy="3581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14550"/>
            <a:ext cx="5286375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505075"/>
            <a:ext cx="4730591" cy="40005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Patient Core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2505075"/>
            <a:ext cx="4730591" cy="400050"/>
          </a:xfrm>
          <a:prstGeom prst="rect">
            <a:avLst/>
          </a:prstGeom>
          <a:noFill/>
        </p:spPr>
        <p:txBody>
          <a:bodyPr wrap="square" lIns="428625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Resource Core Functions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562225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5850" y="30480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3048000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Patient Management: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Registration and detail updates.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38004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3800475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Emergency Management: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Priority triage and assessment.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5850" y="45529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4552950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Record Management: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Secure data storage and retrieval.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562225"/>
            <a:ext cx="333375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48475" y="30480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3048000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Bed Management: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Real-time occupancy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475" y="34956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2775" y="3495675"/>
            <a:ext cx="426720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Resource Allocation: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Matching patients to beds.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475" y="39433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2775" y="3943350"/>
            <a:ext cx="426720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Admin &amp; Reports: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System overview and status exports.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System Modules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491D3C7-57F6-2408-EFD0-8A7EE82C3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24062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0240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02406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Digital Registration: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Swiftly register new patients into the centralized hospital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7765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776537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Data Integrity: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Store comprehensive patient details and medical history accurately.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52901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2901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Dynamic Updates: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Easily update patient information as their condition or treatment progresses.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28148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81487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Record Control: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Manage holistic patient records seamlessly from a single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50339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503396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Error Reduction: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Drastically reduce manual registration errors and duplicated files.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024062"/>
            <a:ext cx="5286375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Mod 1: Patient Management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EE2CC5-D2FA-87C0-4AA1-D0894BB81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Mod 2: Emergency Priority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950" y="1309041"/>
            <a:ext cx="4496579" cy="526428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/>
          <p:cNvSpPr txBox="1"/>
          <p:nvPr/>
        </p:nvSpPr>
        <p:spPr>
          <a:xfrm>
            <a:off x="571500" y="1524000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EF4444"/>
                </a:solidFill>
                <a:latin typeface="Poppins SemiBold"/>
              </a:rPr>
              <a:t>Automated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8637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The system actively assesses emergency patient severity and assigns logical priority scores. Critical patients automatically receive higher priority, guaranteeing much faster emergency bed allocation.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514725"/>
            <a:ext cx="52863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This critical module manages incoming patients smoothly using robust priority-based logic.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1249F6-CA90-CE88-2999-D5C8B24C1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812" y="2238375"/>
            <a:ext cx="33337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800350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Real-Time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3343275"/>
            <a:ext cx="52863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This essential module maintains comprehensive bed information across all wards. It actively tracks both available and occupied beds, updating the system status in real-time. By displaying live bed availability dashboards, staff can instantly identify and reserve suitable beds for incoming patients.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812" y="2238375"/>
            <a:ext cx="3333750" cy="3333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Mod 3: Bed 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03A3AD-A23A-A8F7-313B-4BD56A774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8362"/>
            <a:ext cx="3429000" cy="3533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138362"/>
            <a:ext cx="3429000" cy="3533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138362"/>
            <a:ext cx="3429000" cy="3533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0819" y="3167062"/>
            <a:ext cx="289036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Intelligent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0998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Automatically match specific patient medical requirements with the appropriate, currently available hospital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0885" y="3167062"/>
            <a:ext cx="183022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Priority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709987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Allocate critical beds and resources strictly based on system-assigned priority, significantly reducing resource mismatch.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5883" y="3167062"/>
            <a:ext cx="18602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70998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Vastly improve the overall utilization of hospital beds and provide essential support for faster emergency response times.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2481262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825" y="2481262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2481262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Mod 4: Resource Allocation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2F54EC-C2EE-495A-651C-261093364B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024062"/>
            <a:ext cx="52863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5325" y="20240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25" y="202406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Secure Storage: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Store all sensitive patient information securely within the local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325" y="277653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2776537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Easy Modification: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Update patient records quickly without risking data corruption.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352901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52901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Instant Access: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Retrieve historical records instantaneously when required by doctors.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325" y="4281487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81487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C++ Integration: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Utilizes advanced C++ file handling mechanisms for persistent, safe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325" y="5033962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5033962"/>
            <a:ext cx="5048250" cy="6096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Lato"/>
              </a:rPr>
              <a:t>Confidentiality: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Architecture designed to strictly protect patient confidentiality.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024062"/>
            <a:ext cx="5286375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Mod 5: Patient Records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2903AED-2AC8-4F24-F94E-71AD9EFF1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3950" y="5095875"/>
            <a:ext cx="99441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475569"/>
                </a:solidFill>
                <a:latin typeface="Lato"/>
              </a:rPr>
              <a:t>The Admin module empowers staff to view bed availability, monitor records, and generate management reports. As illustrated above, the digital C++ implementation vastly outperforms manual legacy methods in speed and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Mod 6: Admin &amp; Reports (Efficiency)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CA9509-A6DB-22E7-6405-863944117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704975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System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247900"/>
            <a:ext cx="52863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Patient, Hospital Staff, Emergency Staff, Administrator.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876550"/>
            <a:ext cx="555069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Poppins SemiBold"/>
              </a:rPr>
              <a:t>Main Use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34194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1947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Register 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38671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6715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Check Bed 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25" y="431482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31482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Assess Emergency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25" y="476250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76250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Allocate 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25" y="5210175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5210175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Update Bed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657850"/>
            <a:ext cx="114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Lato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5657850"/>
            <a:ext cx="5048250" cy="3048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Manage Patient Records &amp; View Reports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System Use Case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CF041AA-28A9-4EC2-CFB3-2B9968FC7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3876675"/>
            <a:ext cx="11049000" cy="571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968" y="4191000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1.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33925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Patient Registration &amp; Initial Assessment.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3888" y="2324100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2.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7419" y="2867025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Emergency Priority Calculation.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808" y="4191000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3.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339" y="4733925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Check Availability &amp; Allocate Bed.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728" y="2324100"/>
            <a:ext cx="266830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4. Finalize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9259" y="2867025"/>
            <a:ext cx="254124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Update Status &amp; Store Patient Record.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7820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3740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99659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35579" y="37909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System Workflow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9476DE8-AB81-9566-84CA-89B0ACB41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0762"/>
            <a:ext cx="3429000" cy="3228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290762"/>
            <a:ext cx="3429000" cy="3228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290762"/>
            <a:ext cx="3429000" cy="3228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0915" y="3319462"/>
            <a:ext cx="13501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Core 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86238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Utilizes fundamental Object-Oriented principles including Classes, Objects, Encapsulation, and Inheritance for modularity.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5860" y="3319462"/>
            <a:ext cx="224028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Data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86238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Implements robust Data Structures: Queues for managing patient waitlists and Arrays for tracking bed statuses efficiently.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841" y="3319462"/>
            <a:ext cx="253031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Control &amp;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862387"/>
            <a:ext cx="28384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Employs precise Conditional Statements for routing logic and C++ File Handling for persistent, secure data storage.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0737" y="2633662"/>
            <a:ext cx="390525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8825" y="2633662"/>
            <a:ext cx="51435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5975" y="2633662"/>
            <a:ext cx="40005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C++ Concepts Used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9442DA-776C-0A82-33E6-70E54C8D5F8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9750" y="2547937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Rapid Action: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Faster emergency response times due to automated triage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090862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High Efficiency: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Better bed utilization and dramatically reduced patient waiting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633787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Total Control: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Improved overall resource management for hospital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4176712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Confidentiality: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Secure, file-backed patient records protecting sensitive medical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4719637"/>
            <a:ext cx="904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0F172A"/>
                </a:solidFill>
                <a:latin typeface="Lato"/>
              </a:rPr>
              <a:t>Scalability:</a:t>
            </a:r>
            <a:r>
              <a:rPr sz="1500" b="0" i="0" u="none">
                <a:solidFill>
                  <a:srgbClr val="475569"/>
                </a:solidFill>
                <a:latin typeface="Lato"/>
              </a:rPr>
              <a:t> Cost-effective implementation utilizing a simple and modular C++ architecture.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562225"/>
            <a:ext cx="238125" cy="2762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105150"/>
            <a:ext cx="238125" cy="2762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3648075"/>
            <a:ext cx="238125" cy="2762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191000"/>
            <a:ext cx="238125" cy="2762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4733925"/>
            <a:ext cx="238125" cy="2762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System Advantages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E66BCD-6D33-9348-50C5-A37CC7426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9275"/>
            <a:ext cx="3429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819275"/>
            <a:ext cx="342900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1819275"/>
            <a:ext cx="3429000" cy="2381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4391025"/>
            <a:ext cx="3600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IoT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3395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Future integration with real hospital IoT sensors for automated, live patient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5775" y="4391025"/>
            <a:ext cx="3600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AI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500" y="493395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Implementing AI-based patient priority prediction to forecast emergency severity proactively.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5775" y="4391025"/>
            <a:ext cx="3600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284C7"/>
                </a:solidFill>
                <a:latin typeface="Poppins SemiBold"/>
              </a:rPr>
              <a:t>Cloud Sync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493395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Transition to cloud-based hospital data management and integration with global electronic health records.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19275"/>
            <a:ext cx="3429000" cy="2381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1819275"/>
            <a:ext cx="3429000" cy="2381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0" y="1819275"/>
            <a:ext cx="3429000" cy="2381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Poppins SemiBold"/>
              </a:rPr>
              <a:t>Future Scope &amp; Enhancements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6DA5C1-5C4A-8409-4656-7FA59AEC1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24500" y="1755725"/>
            <a:ext cx="1143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15765" y="2098625"/>
            <a:ext cx="3760470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194000"/>
            <a:ext cx="7620000" cy="2194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Lato"/>
              </a:rPr>
              <a:t>This system significantly improves hospital resource and patient management. By implementing real-time bed tracking and priority-based allocation, it drastically reduces allocation delays and actively supports critical emergency patients. Using C++ and OOP principles provides a highly structured, reliable, and cost-effective foundation that is ready for future expansion.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486915-F6E8-F54C-DD99-4BF0EE2CC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00C3AB-3088-6966-28A7-B0F76EC6C022}"/>
              </a:ext>
            </a:extLst>
          </p:cNvPr>
          <p:cNvSpPr txBox="1"/>
          <p:nvPr/>
        </p:nvSpPr>
        <p:spPr>
          <a:xfrm>
            <a:off x="489098" y="1137684"/>
            <a:ext cx="11227981" cy="4527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References</a:t>
            </a:r>
          </a:p>
          <a:p>
            <a:endParaRPr lang="en-US" sz="2400" b="1" dirty="0"/>
          </a:p>
          <a:p>
            <a:pPr lvl="0">
              <a:lnSpc>
                <a:spcPct val="150000"/>
              </a:lnSpc>
            </a:pPr>
            <a:r>
              <a:rPr lang="en-US" dirty="0"/>
              <a:t>1. Bjarne Stroustrup, </a:t>
            </a:r>
            <a:r>
              <a:rPr lang="en-US" i="1" dirty="0"/>
              <a:t>The C++ Programming Language</a:t>
            </a:r>
            <a:r>
              <a:rPr lang="en-US" dirty="0"/>
              <a:t>, 4th Edition, Addison-Wesley, 2013. 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2. Robert Lafore, </a:t>
            </a:r>
            <a:r>
              <a:rPr lang="en-US" i="1" dirty="0"/>
              <a:t>Object-Oriented Programming in C++</a:t>
            </a:r>
            <a:r>
              <a:rPr lang="en-US" dirty="0"/>
              <a:t>, 4th Edition, Sams Publishing, 2002. 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3. Herbert Schildt, </a:t>
            </a:r>
            <a:r>
              <a:rPr lang="en-US" i="1" dirty="0"/>
              <a:t>C++: The Complete Reference</a:t>
            </a:r>
            <a:r>
              <a:rPr lang="en-US" dirty="0"/>
              <a:t>, 4th Edition, McGraw-Hill Education, 2014. 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4. Ellis Horowitz, Sartaj Sahni and Susan Anderson-Freed, </a:t>
            </a:r>
            <a:r>
              <a:rPr lang="en-US" i="1" dirty="0"/>
              <a:t>Fundamentals of Data Structures in C++</a:t>
            </a:r>
            <a:r>
              <a:rPr lang="en-US" dirty="0"/>
              <a:t>, 2nd Edition, Silicon Press, 2007. 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5. ISO — Health informatics standards and resources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 World Health Organization — Digital health</a:t>
            </a:r>
            <a:r>
              <a:rPr lang="en-US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 C++ Reference — cppreference.com</a:t>
            </a:r>
            <a:r>
              <a:rPr lang="en-US" dirty="0"/>
              <a:t> 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8. </a:t>
            </a:r>
            <a:r>
              <a:rPr lang="en-US" dirty="0" err="1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— C++ and Data Structures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76175-B829-C5FA-1FDF-B90ED8FFC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22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DFF230-4A3F-F6A3-FEDE-427C08AD8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904" y="0"/>
            <a:ext cx="107541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720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D8B25F-AD72-337B-A93B-B5874578E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46" y="190476"/>
            <a:ext cx="11325308" cy="647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86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4B21C4-B02B-3626-71F4-28E5707C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46" y="214289"/>
            <a:ext cx="11249107" cy="64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81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C75AEA-2E4F-2C66-D75E-3343AEDA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35" y="247626"/>
            <a:ext cx="10915730" cy="636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7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3D4067-FF6F-28EE-0E0B-346CFD5D9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1" y="233339"/>
            <a:ext cx="11153857" cy="639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03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C8D4AB-9DCE-7609-4A2B-9295309E8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97" y="152376"/>
            <a:ext cx="10906205" cy="655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939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FF5638-FF64-6D95-275D-AC596FCEE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72" y="514328"/>
            <a:ext cx="11077656" cy="58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12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74F20D-40B7-1F0F-1158-56838A261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21" y="57125"/>
            <a:ext cx="11191957" cy="674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7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832D0-C9E8-D854-FF37-671245909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20" y="238101"/>
            <a:ext cx="11649160" cy="638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00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266DD3-C6A8-BF5B-251A-346A8DD91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96" y="233339"/>
            <a:ext cx="11363408" cy="6391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936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18DA67-5AE2-CFCE-F228-C2E60AEE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32" y="219051"/>
            <a:ext cx="11677735" cy="641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75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E96B69-E6CD-3FEA-76C4-F9D40000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96" y="400028"/>
            <a:ext cx="11363408" cy="605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468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A98CC-9804-3B66-F5B1-8701DF8D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59" y="138088"/>
            <a:ext cx="11049081" cy="658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717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DE955-DFDB-2495-631C-1984012E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09" y="176188"/>
            <a:ext cx="11163382" cy="650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472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AFCCB2-9515-EEAF-D071-E0EF93721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60" y="171426"/>
            <a:ext cx="10972880" cy="651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54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48B68-2EAA-A29C-A6DB-22FFED153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70" y="228576"/>
            <a:ext cx="11534859" cy="64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856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9B1260-BAE7-3520-8DF4-FB83E95C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86" y="523854"/>
            <a:ext cx="10725228" cy="581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413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FF6DE-4DD1-5067-9987-6D7815ADC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7F1E1D53-CE44-A4A4-B758-5795DF68F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EF4DBD-D427-A1A7-FDF7-619B21D7FFC7}"/>
              </a:ext>
            </a:extLst>
          </p:cNvPr>
          <p:cNvSpPr txBox="1"/>
          <p:nvPr/>
        </p:nvSpPr>
        <p:spPr>
          <a:xfrm>
            <a:off x="295275" y="2477392"/>
            <a:ext cx="116014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0F172A"/>
                </a:solidFill>
                <a:latin typeface="Poppins"/>
              </a:rPr>
              <a:t>Thank you</a:t>
            </a:r>
            <a:endParaRPr sz="6000" b="1" i="0" u="none" dirty="0">
              <a:solidFill>
                <a:srgbClr val="0F172A"/>
              </a:solidFill>
              <a:latin typeface="Poppi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4B4636-55AC-22B9-203F-136A591EE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442" y="109412"/>
            <a:ext cx="3244283" cy="87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9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1227</Words>
  <Application>Microsoft Office PowerPoint</Application>
  <PresentationFormat>Widescreen</PresentationFormat>
  <Paragraphs>166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Inter</vt:lpstr>
      <vt:lpstr>Lato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Bala Suriya</dc:creator>
  <cp:keywords/>
  <dc:description>generated using python-pptx</dc:description>
  <cp:lastModifiedBy>Farmanullah R</cp:lastModifiedBy>
  <cp:revision>6</cp:revision>
  <dcterms:created xsi:type="dcterms:W3CDTF">2013-01-27T09:14:16Z</dcterms:created>
  <dcterms:modified xsi:type="dcterms:W3CDTF">2026-09-03T03:48:14Z</dcterms:modified>
  <cp:category/>
</cp:coreProperties>
</file>